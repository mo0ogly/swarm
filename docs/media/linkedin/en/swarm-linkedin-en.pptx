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12ca4ca24841a7" /><Relationship Type="http://schemas.openxmlformats.org/officeDocument/2006/relationships/extended-properties" Target="/docProps/app.xml" Id="R9a7dbe7ee89d4818" /><Relationship Type="http://schemas.openxmlformats.org/officeDocument/2006/relationships/officeDocument" Target="/ppt/presentation.xml" Id="R00098422d84346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9588db5f734e06"/>
  </p:sldMasterIdLst>
  <p:notesMasterIdLst>
    <p:notesMasterId xmlns:r="http://schemas.openxmlformats.org/officeDocument/2006/relationships" r:id="R42013ec340e2477d"/>
  </p:notesMasterIdLst>
  <p:sldIdLst>
    <p:sldId xmlns:r="http://schemas.openxmlformats.org/officeDocument/2006/relationships" id="256" r:id="R80645d3517294fe0"/>
    <p:sldId xmlns:r="http://schemas.openxmlformats.org/officeDocument/2006/relationships" id="257" r:id="R6590b400a8e44d6c"/>
    <p:sldId xmlns:r="http://schemas.openxmlformats.org/officeDocument/2006/relationships" id="258" r:id="Rc85190ab524e48d5"/>
    <p:sldId xmlns:r="http://schemas.openxmlformats.org/officeDocument/2006/relationships" id="259" r:id="R09df5bf19baa410b"/>
    <p:sldId xmlns:r="http://schemas.openxmlformats.org/officeDocument/2006/relationships" id="260" r:id="Rf498ac53f65340ed"/>
    <p:sldId xmlns:r="http://schemas.openxmlformats.org/officeDocument/2006/relationships" id="261" r:id="R1e28fa202d744779"/>
    <p:sldId xmlns:r="http://schemas.openxmlformats.org/officeDocument/2006/relationships" id="262" r:id="Rf87d0ca22f2544fc"/>
    <p:sldId xmlns:r="http://schemas.openxmlformats.org/officeDocument/2006/relationships" id="263" r:id="R2a4b8829c9a041c0"/>
    <p:sldId xmlns:r="http://schemas.openxmlformats.org/officeDocument/2006/relationships" id="264" r:id="R8143865f4f514b43"/>
    <p:sldId xmlns:r="http://schemas.openxmlformats.org/officeDocument/2006/relationships" id="265" r:id="R68f8cbe663e8405d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41fc1b911b4a33" /><Relationship Type="http://schemas.openxmlformats.org/officeDocument/2006/relationships/slideMaster" Target="/ppt/slideMasters/slideMaster1.xml" Id="Rd99588db5f734e06" /><Relationship Type="http://schemas.openxmlformats.org/officeDocument/2006/relationships/notesMaster" Target="/ppt/notesMasters/notesMaster1.xml" Id="R42013ec340e2477d" /><Relationship Type="http://schemas.openxmlformats.org/officeDocument/2006/relationships/presProps" Target="/ppt/presProps.xml" Id="R86729f73dec4494e" /><Relationship Type="http://schemas.openxmlformats.org/officeDocument/2006/relationships/tableStyles" Target="/ppt/tableStyles.xml" Id="R2163b8f90df14716" /><Relationship Type="http://schemas.openxmlformats.org/officeDocument/2006/relationships/slide" Target="/ppt/slides/slide1.xml" Id="R80645d3517294fe0" /><Relationship Type="http://schemas.openxmlformats.org/officeDocument/2006/relationships/slide" Target="/ppt/slides/slide2.xml" Id="R6590b400a8e44d6c" /><Relationship Type="http://schemas.openxmlformats.org/officeDocument/2006/relationships/slide" Target="/ppt/slides/slide3.xml" Id="Rc85190ab524e48d5" /><Relationship Type="http://schemas.openxmlformats.org/officeDocument/2006/relationships/slide" Target="/ppt/slides/slide4.xml" Id="R09df5bf19baa410b" /><Relationship Type="http://schemas.openxmlformats.org/officeDocument/2006/relationships/slide" Target="/ppt/slides/slide5.xml" Id="Rf498ac53f65340ed" /><Relationship Type="http://schemas.openxmlformats.org/officeDocument/2006/relationships/slide" Target="/ppt/slides/slide6.xml" Id="R1e28fa202d744779" /><Relationship Type="http://schemas.openxmlformats.org/officeDocument/2006/relationships/slide" Target="/ppt/slides/slide7.xml" Id="Rf87d0ca22f2544fc" /><Relationship Type="http://schemas.openxmlformats.org/officeDocument/2006/relationships/slide" Target="/ppt/slides/slide8.xml" Id="R2a4b8829c9a041c0" /><Relationship Type="http://schemas.openxmlformats.org/officeDocument/2006/relationships/slide" Target="/ppt/slides/slide9.xml" Id="R8143865f4f514b43" /><Relationship Type="http://schemas.openxmlformats.org/officeDocument/2006/relationships/slide" Target="/ppt/slides/slide10.xml" Id="R68f8cbe663e840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a0d09b128a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03f2684b2e4769" /><Relationship Type="http://schemas.openxmlformats.org/officeDocument/2006/relationships/notesMaster" Target="/ppt/notesMasters/notesMaster1.xml" Id="R1ed7e562a9d1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276925153e433b" /><Relationship Type="http://schemas.openxmlformats.org/officeDocument/2006/relationships/notesMaster" Target="/ppt/notesMasters/notesMaster1.xml" Id="R74a950c0c4fa43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3fc50dda524cf6" /><Relationship Type="http://schemas.openxmlformats.org/officeDocument/2006/relationships/notesMaster" Target="/ppt/notesMasters/notesMaster1.xml" Id="Re7ae96a5ba9c43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e63ce31a5c4490" /><Relationship Type="http://schemas.openxmlformats.org/officeDocument/2006/relationships/notesMaster" Target="/ppt/notesMasters/notesMaster1.xml" Id="R528eb28038ae4f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1f4738af494316" /><Relationship Type="http://schemas.openxmlformats.org/officeDocument/2006/relationships/notesMaster" Target="/ppt/notesMasters/notesMaster1.xml" Id="R507ce0ffa7704e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c540b27ec84ff8" /><Relationship Type="http://schemas.openxmlformats.org/officeDocument/2006/relationships/notesMaster" Target="/ppt/notesMasters/notesMaster1.xml" Id="R2479f1f9b6b24f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9030cef4f84a92" /><Relationship Type="http://schemas.openxmlformats.org/officeDocument/2006/relationships/notesMaster" Target="/ppt/notesMasters/notesMaster1.xml" Id="R8c6716869f6b4c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7d83361c8e473b" /><Relationship Type="http://schemas.openxmlformats.org/officeDocument/2006/relationships/notesMaster" Target="/ppt/notesMasters/notesMaster1.xml" Id="R99f9553ff63240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2da318ad6d8478e" /><Relationship Type="http://schemas.openxmlformats.org/officeDocument/2006/relationships/notesMaster" Target="/ppt/notesMasters/notesMaster1.xml" Id="R0a3575ee062f41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31bd04976a415f" /><Relationship Type="http://schemas.openxmlformats.org/officeDocument/2006/relationships/notesMaster" Target="/ppt/notesMasters/notesMaster1.xml" Id="R9cc8338049d949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https://github.com/mo0ogly/swarm</a:t>
            </a:r>
          </a:p>
          <a:p xmlns:a="http://schemas.openxmlformats.org/drawingml/2006/main">
            <a:r>
              <a:t>Actual interface screenshots from an isolated English demo. No AI calls or performance results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https://github.com/mo0ogly/swarm</a:t>
            </a:r>
          </a:p>
          <a:p xmlns:a="http://schemas.openxmlformats.org/drawingml/2006/main">
            <a:r>
              <a:t>Licence: PolyForm Noncommercial 1.0.0. Earlier Apache 2.0 releases retain their rights. See https://github.com/mo0ogly/swarm/blob/main/docs/LICENSING.md</a:t>
            </a:r>
          </a:p>
          <a:p xmlns:a="http://schemas.openxmlformats.org/drawingml/2006/main">
            <a:r>
              <a:t>Capabilities depend on providers and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7ccfea44149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3c0fe765bb466f" /><Relationship Type="http://schemas.openxmlformats.org/officeDocument/2006/relationships/slideLayout" Target="/ppt/slideLayouts/slideLayout1.xml" Id="R6012bcfb9adc4e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12bcfb9adc4e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6d7a4bc184b1c" /><Relationship Type="http://schemas.openxmlformats.org/officeDocument/2006/relationships/notesSlide" Target="/ppt/notesSlides/notesSlide1.xml" Id="Reab218e72c7743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b47c28867429b" /><Relationship Type="http://schemas.openxmlformats.org/officeDocument/2006/relationships/notesSlide" Target="/ppt/notesSlides/notesSlide2.xml" Id="Rb44ae248fd7348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9638201f842c7" /><Relationship Type="http://schemas.openxmlformats.org/officeDocument/2006/relationships/notesSlide" Target="/ppt/notesSlides/notesSlide3.xml" Id="Re58b4aa4238c49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dd27c6a964278" /><Relationship Type="http://schemas.openxmlformats.org/officeDocument/2006/relationships/image" Target="/ppt/media/image.png" Id="R9a9ce97319494717" /><Relationship Type="http://schemas.openxmlformats.org/officeDocument/2006/relationships/notesSlide" Target="/ppt/notesSlides/notesSlide4.xml" Id="R84e7fcce834b4e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e96bfd5e64251" /><Relationship Type="http://schemas.openxmlformats.org/officeDocument/2006/relationships/image" Target="/ppt/media/image2.png" Id="Reb7295c70a094caa" /><Relationship Type="http://schemas.openxmlformats.org/officeDocument/2006/relationships/notesSlide" Target="/ppt/notesSlides/notesSlide5.xml" Id="R7fc372587347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738ab61364bc4" /><Relationship Type="http://schemas.openxmlformats.org/officeDocument/2006/relationships/image" Target="/ppt/media/image3.png" Id="R8028efdd6cfd4115" /><Relationship Type="http://schemas.openxmlformats.org/officeDocument/2006/relationships/notesSlide" Target="/ppt/notesSlides/notesSlide6.xml" Id="R4c482b9ca6794a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68c6d7a1f4fae" /><Relationship Type="http://schemas.openxmlformats.org/officeDocument/2006/relationships/notesSlide" Target="/ppt/notesSlides/notesSlide7.xml" Id="R612c2614c8df47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a78d35b924492" /><Relationship Type="http://schemas.openxmlformats.org/officeDocument/2006/relationships/notesSlide" Target="/ppt/notesSlides/notesSlide8.xml" Id="R021931c3ff3c41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6942b415f4b08" /><Relationship Type="http://schemas.openxmlformats.org/officeDocument/2006/relationships/image" Target="/ppt/media/image4.png" Id="R077bb2d644274933" /><Relationship Type="http://schemas.openxmlformats.org/officeDocument/2006/relationships/notesSlide" Target="/ppt/notesSlides/notesSlide9.xml" Id="R9f02de8662ec40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552b9e1b24b53" /><Relationship Type="http://schemas.openxmlformats.org/officeDocument/2006/relationships/notesSlide" Target="/ppt/notesSlides/notesSlide10.xml" Id="R61575317674d40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B15B0-4F97-4815-B9F8-FA8FF8AC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AI AGENT COORDINATION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F1F63-831B-40B3-8527-0FED1737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60410-BE3D-4435-8341-60244F9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01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C1F4A-2592-4323-B91E-454514D2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895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0E659F-F730-4CA7-BA15-70FF819E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8953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Who coordinates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AI agents?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EAFD4-3750-4064-AB1A-4637FDCD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715250"/>
            <a:ext cx="857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A shared objective.</a:t>
            </a:r>
          </a:p>
          <a:p xmlns:a="http://schemas.openxmlformats.org/drawingml/2006/main">
            <a:pPr>
              <a:defRPr sz="330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Visible responsibilities.</a:t>
            </a:r>
          </a:p>
          <a:p xmlns:a="http://schemas.openxmlformats.org/drawingml/2006/main">
            <a:pPr>
              <a:defRPr sz="330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Results you can review.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3C91D-4455-4DBD-9864-A7F494F4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9537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6034184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D38F3B-1615-4C1A-83E0-4527B413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3EB44-47B8-4294-83AF-8FB45B72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When you become</a:t>
            </a:r>
          </a:p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the coordinator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AD627B-7BC3-467A-8EC1-44D66E77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C16C3-8534-4861-8272-2A46869D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1E541-520B-4546-AF62-0696DB25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AF78D-4E34-4438-9640-F0E4C67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00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Assign the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8CCC6-D6BA-4B17-A672-636FC4EC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24400"/>
            <a:ext cx="747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Every agent needs a clear task and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5273A-6DD2-43E2-A963-D70D9425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8BB13-C22A-424B-8EC1-CCF016F5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286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Hand over 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A25A5-B60E-499E-A2FA-FFEF76F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7010400"/>
            <a:ext cx="747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One task often needs the output of another.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24C73-F22D-4F9C-9A1E-472F9EC0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2321F-6EFC-4A01-B253-54BA633D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572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Decide what is finished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D3DB15-739B-4C46-91C8-5415E52D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9296400"/>
            <a:ext cx="747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A report alone cannot prove that everything works.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C6935-C42D-40BB-A9B3-34998541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Swarm coordinates these handoffs.</a:t>
            </a:r>
          </a:p>
        </p:txBody>
      </p:sp>
    </p:spTree>
    <p:extLst>
      <p:ext uri="{BB962C8B-B14F-4D97-AF65-F5344CB8AC3E}">
        <p14:creationId xmlns:p14="http://schemas.microsoft.com/office/powerpoint/2010/main" val="10086031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B21E4-0582-4C6D-A777-508AE52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A595B-2130-41FD-A51A-F6D5379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A team with</a:t>
            </a:r>
          </a:p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distinct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5850D-F4CC-4AA4-98E9-075B8DFE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D46FA-14AD-489C-9724-53018A8A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DBBA3-3BCD-4339-839E-F66EEF5A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AFF"/>
          </a:solidFill>
          <a:ln xmlns:a="http://schemas.openxmlformats.org/drawingml/2006/main" w="19050">
            <a:solidFill>
              <a:srgbClr val="1765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DBEC5-5994-4494-9C79-23A32A40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Orchestrator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16F19-3A5E-4170-ADB9-EAA702FF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862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Breaks down the objective and plans what comes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2FF63-1B89-4B1D-AC6C-5D4E1A5A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162550"/>
            <a:ext cx="4000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67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EF461-6EC2-49EF-BEBB-9D2534C7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DFB"/>
          </a:solidFill>
          <a:ln xmlns:a="http://schemas.openxmlformats.org/drawingml/2006/main" w="19050">
            <a:solidFill>
              <a:srgbClr val="6940B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66856-9F8A-4AEF-805E-8F9D2068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483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940B8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6940B8"/>
                </a:solidFill>
                <a:latin typeface="DejaVu Sans"/>
                <a:ea typeface="DejaVu Sans"/>
                <a:cs typeface="DejaVu Sans"/>
              </a:rPr>
              <a:t>Workers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BF7C1-2B7A-4BF3-8C62-4D6A5419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22935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Carry out tasks using their tools.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5B8BE-35B2-4B01-90A1-E2F90963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6905625"/>
            <a:ext cx="4000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67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124B58-9458-4F17-999A-6D41AC29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48525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AC"/>
          </a:solidFill>
          <a:ln xmlns:a="http://schemas.openxmlformats.org/drawingml/2006/main" w="19050">
            <a:solidFill>
              <a:srgbClr val="B45D0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493BF-692D-4637-A4E8-CA2BA2F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914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45D05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B45D05"/>
                </a:solidFill>
                <a:latin typeface="DejaVu Sans"/>
                <a:ea typeface="DejaVu Sans"/>
                <a:cs typeface="DejaVu Sans"/>
              </a:rPr>
              <a:t>Independent reviewer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D99B2F-FB3B-4F39-B50B-100E098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97242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Reviews reports in a separate session.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C4ACA-498E-42DF-9B35-806F033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8648700"/>
            <a:ext cx="40005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2667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EFB8E-9A35-4F43-9DCD-AC2AC2A5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991600"/>
            <a:ext cx="8953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F0D4"/>
          </a:solidFill>
          <a:ln xmlns:a="http://schemas.openxmlformats.org/drawingml/2006/main" w="19050">
            <a:solidFill>
              <a:srgbClr val="12775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9A6BB5-6461-4489-9205-1B2171DD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134475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775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27759"/>
                </a:solidFill>
                <a:latin typeface="DejaVu Sans"/>
                <a:ea typeface="DejaVu Sans"/>
                <a:cs typeface="DejaVu Sans"/>
              </a:rPr>
              <a:t>Swarm 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873CD-48A3-4FE6-8C3B-2918358F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715500"/>
            <a:ext cx="838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Enforces configured rules and checks.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365038-A3C5-40BF-9FC6-28F913A7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1442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These responsibilities require explicit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481734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8D005-66FF-4CC7-83CE-0C445B7E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41E986-B20B-457C-A4B7-E26D160D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Dependencies</a:t>
            </a:r>
          </a:p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you can see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D8E39-DB44-49B5-9076-A610621C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391A1-E368-4DAD-80D9-70BDF0F3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2CCE2-F86C-40D3-B9CB-5368BA9E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What depends on what? Who receives the result?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ce97319494717"/>
          <a:stretch xmlns:a="http://schemas.openxmlformats.org/drawingml/2006/main"/>
        </p:blipFill>
        <p:spPr>
          <a:xfrm xmlns:a="http://schemas.openxmlformats.org/drawingml/2006/main">
            <a:off x="333375" y="5380752"/>
            <a:ext cx="9620250" cy="419274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795D3-0A80-42A7-BF64-995B59C0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965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Solid arrows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1CCA0-9A4B-4A1A-88E3-0B79FA31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Task dependencies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1EBFC-4B5E-4312-A2BB-ABAC3BB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0096500"/>
            <a:ext cx="423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Dotted arrows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197F9-EE05-4E0C-9537-203C532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0668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Ownership and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03E6BA-DE17-4E17-B043-CC3595F4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252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Actual interface. Paused demonstration team.</a:t>
            </a:r>
          </a:p>
        </p:txBody>
      </p:sp>
    </p:spTree>
    <p:extLst>
      <p:ext uri="{BB962C8B-B14F-4D97-AF65-F5344CB8AC3E}">
        <p14:creationId xmlns:p14="http://schemas.microsoft.com/office/powerpoint/2010/main" val="80469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E8A34-F0A1-4E3C-8152-82F2090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3AC8A-52EF-4027-8D97-EBB87A67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A clear requirement</a:t>
            </a:r>
          </a:p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to start with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D9AEE-8080-4D30-BB35-E0ECF0D4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CAF372-B679-4C7E-B7A4-C04AC67D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16658-518A-4FFD-B908-9A42F70F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“Add catalogue search</a:t>
            </a:r>
          </a:p>
          <a:p xmlns:a="http://schemas.openxmlformats.org/drawingml/2006/main">
            <a:pPr>
              <a:defRPr sz="300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that works with a keyboard.”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295c70a094caa"/>
          <a:stretch xmlns:a="http://schemas.openxmlformats.org/drawingml/2006/main"/>
        </p:blipFill>
        <p:spPr>
          <a:xfrm xmlns:a="http://schemas.openxmlformats.org/drawingml/2006/main">
            <a:off x="789214" y="5429250"/>
            <a:ext cx="8708571" cy="5715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1D15C-5E51-4DD5-B50D-2B03B637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062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Demo requirement, followed by a brief and a plan.</a:t>
            </a:r>
          </a:p>
        </p:txBody>
      </p:sp>
    </p:spTree>
    <p:extLst>
      <p:ext uri="{BB962C8B-B14F-4D97-AF65-F5344CB8AC3E}">
        <p14:creationId xmlns:p14="http://schemas.microsoft.com/office/powerpoint/2010/main" val="9345053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DFED0-1CA0-4375-8469-B80207A4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3975A-A30F-4118-95DD-D2A5B88C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Every role</a:t>
            </a:r>
          </a:p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stays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3F1E5-9D2C-44C1-AD49-CC67876F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E62AE-953A-4610-90F6-72C5D50B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C4AFA-25A3-4060-BF37-DEA2E77C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76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The list complements the graph with</a:t>
            </a:r>
          </a:p>
          <a:p xmlns:a="http://schemas.openxmlformats.org/drawingml/2006/main">
            <a:pPr>
              <a:defRPr sz="270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responsibilities, deliverables and launch conditions.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8efdd6cfd4115"/>
          <a:stretch xmlns:a="http://schemas.openxmlformats.org/drawingml/2006/main"/>
        </p:blipFill>
        <p:spPr>
          <a:xfrm xmlns:a="http://schemas.openxmlformats.org/drawingml/2006/main">
            <a:off x="476250" y="5729507"/>
            <a:ext cx="9334500" cy="520973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C005E-F9A5-44EA-9E5E-628AC0E3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5062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Paused demonstration. No agents launched.</a:t>
            </a:r>
          </a:p>
        </p:txBody>
      </p:sp>
    </p:spTree>
    <p:extLst>
      <p:ext uri="{BB962C8B-B14F-4D97-AF65-F5344CB8AC3E}">
        <p14:creationId xmlns:p14="http://schemas.microsoft.com/office/powerpoint/2010/main" val="3949238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C9E68-1DC3-4A99-828A-4C97BA3C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C67D9-0AE5-4462-A66B-E4B52E86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Execution, reports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and acceptance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5C7AE-2109-4105-8952-3BE73821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A8E6B-5DBC-4AB3-BDC5-9E117B5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E7D91-B636-44FC-B72E-5D1C1C65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895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Process finished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D6BB0-BA43-4D3E-92DF-C2B656AF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agent has stopped working.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E5A15-CA9B-4455-9FDA-D884CB46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895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E3AC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E3AC"/>
                </a:solidFill>
                <a:latin typeface="DejaVu Sans"/>
                <a:ea typeface="DejaVu Sans"/>
                <a:cs typeface="DejaVu Sans"/>
              </a:rPr>
              <a:t>Report available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37CE7-AB0B-44E9-A3B9-6D5E2C0F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deliverable is ready for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2C6F20-CCFD-4792-B152-7F945A53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667750"/>
            <a:ext cx="895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BBF0D4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BBF0D4"/>
                </a:solidFill>
                <a:latin typeface="DejaVu Sans"/>
                <a:ea typeface="DejaVu Sans"/>
                <a:cs typeface="DejaVu Sans"/>
              </a:rPr>
              <a:t>Result accepted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B668B-2BF1-4B6C-8705-0B482B28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72625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result meets the applicable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acceptance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5C88B-5ECD-4A9F-AB0F-EAB33B1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Task validation requires more than a finished attempt.</a:t>
            </a:r>
          </a:p>
        </p:txBody>
      </p:sp>
    </p:spTree>
    <p:extLst>
      <p:ext uri="{BB962C8B-B14F-4D97-AF65-F5344CB8AC3E}">
        <p14:creationId xmlns:p14="http://schemas.microsoft.com/office/powerpoint/2010/main" val="14719541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C3D75A-823C-4B72-8597-2544F5A8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6ABDD-AFF4-4079-AD9A-B49D8D8F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Rules for</a:t>
            </a:r>
          </a:p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autonomous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A0EB5-0E8D-4A5E-88BA-A5A8A80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A279E-DD94-4697-8BC3-2781E057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E4FEB-3B3C-4496-8E25-1D804C80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E0CD7-B424-49D7-94D4-F81675ED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623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Authorized starts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ECD98-898B-4E24-A920-80BA9594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486275"/>
            <a:ext cx="747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Dependencies and available workspaces determine what can start.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CC3E5-9A82-4157-BB56-882C3033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436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0D1F0-2741-47C1-A9A2-7C552966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1436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Explicit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06374-A69F-4A5C-9D86-D40B478A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867525"/>
            <a:ext cx="747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An AI opinion alone cannot prove that tests actually ran.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2D4C9-9A8C-4519-8A35-61C3413E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2487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86DAE-2255-4BFA-8898-99BE5AC0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85248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Bounded retries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8B149-B5AA-4527-8BC9-57D4B03F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9248775"/>
            <a:ext cx="7477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A persistent error may need a correction or your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0A2F7-4D9C-497C-B3C3-416B595F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The aim: fewer manual restarts, with clear control.</a:t>
            </a:r>
          </a:p>
        </p:txBody>
      </p:sp>
    </p:spTree>
    <p:extLst>
      <p:ext uri="{BB962C8B-B14F-4D97-AF65-F5344CB8AC3E}">
        <p14:creationId xmlns:p14="http://schemas.microsoft.com/office/powerpoint/2010/main" val="1551152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ECB9B-CC2C-464D-B415-A2DCF05D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6F48C-0F53-4A02-B797-07AA7D99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Choose an AI</a:t>
            </a:r>
          </a:p>
          <a:p xmlns:a="http://schemas.openxmlformats.org/drawingml/2006/main">
            <a:pPr>
              <a:def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for its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5920A-83D2-44D5-980C-5008F878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32712-1B3F-4555-BAD5-4854F332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24E55-62A6-4957-A573-FCB49903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An API connection can prepare a plan</a:t>
            </a:r>
          </a:p>
          <a:p xmlns:a="http://schemas.openxmlformats.org/drawingml/2006/main">
            <a:pPr>
              <a:defRPr sz="2775" b="1">
                <a:solidFill>
                  <a:srgbClr val="1765D1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765D1"/>
                </a:solidFill>
                <a:latin typeface="DejaVu Sans"/>
                <a:ea typeface="DejaVu Sans"/>
                <a:cs typeface="DejaVu Sans"/>
              </a:rPr>
              <a:t>or review a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85E0C-CF4A-4713-803C-17D37A38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To modify files, a worker needs</a:t>
            </a:r>
          </a:p>
          <a:p xmlns:a="http://schemas.openxmlformats.org/drawingml/2006/main">
            <a:pPr>
              <a:defRPr sz="2775" b="0">
                <a:solidFill>
                  <a:srgbClr val="142B3D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142B3D"/>
                </a:solidFill>
                <a:latin typeface="DejaVu Sans"/>
                <a:ea typeface="DejaVu Sans"/>
                <a:cs typeface="DejaVu Sans"/>
              </a:rPr>
              <a:t>the appropriate tools.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bb2d644274933"/>
          <a:stretch xmlns:a="http://schemas.openxmlformats.org/drawingml/2006/main"/>
        </p:blipFill>
        <p:spPr>
          <a:xfrm xmlns:a="http://schemas.openxmlformats.org/drawingml/2006/main">
            <a:off x="2944681" y="6096000"/>
            <a:ext cx="4397638" cy="5191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4E751-F3AA-48AE-ABB8-924BE4CD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33475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526677"/>
                </a:solidFill>
                <a:latin typeface="DejaVu Sans"/>
                <a:ea typeface="DejaVu Sans"/>
                <a:cs typeface="DejaVu Sans"/>
              </a:rPr>
              <a:t>Demonstration form. Connection not tested.</a:t>
            </a:r>
          </a:p>
        </p:txBody>
      </p:sp>
    </p:spTree>
    <p:extLst>
      <p:ext uri="{BB962C8B-B14F-4D97-AF65-F5344CB8AC3E}">
        <p14:creationId xmlns:p14="http://schemas.microsoft.com/office/powerpoint/2010/main" val="17598622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3DB2D9-6BA8-471E-807F-58D234FD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D85E1-0268-46DD-8C07-C0C17F74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95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Help me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improve Swarm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E31F0-1F85-483A-B340-BCC0F70E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77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Fabrice Pizzi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AFC52-EC38-4591-B502-446D4970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20777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AD6FB-9545-4731-A9F3-38137546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Web interface and CLI</a:t>
            </a:r>
          </a:p>
          <a:p xmlns:a="http://schemas.openxmlformats.org/drawingml/2006/main">
            <a:pPr>
              <a:defRPr sz="33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 English and French.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1A7DB-5312-4CFA-83C6-19BDD1EC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9DAFF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B9DAFF"/>
                </a:solidFill>
                <a:latin typeface="DejaVu Sans"/>
                <a:ea typeface="DejaVu Sans"/>
                <a:cs typeface="DejaVu Sans"/>
              </a:rPr>
              <a:t>github.com/mo0ogly/swarm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6550D-BED2-4561-9F8A-B17A7023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867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Source available under the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PolyForm Noncommercial licence.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57BF7-A0BE-4A7F-A10F-51F1DCEE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BF0D4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BBF0D4"/>
                </a:solidFill>
                <a:latin typeface="DejaVu Sans"/>
                <a:ea typeface="DejaVu Sans"/>
                <a:cs typeface="DejaVu Sans"/>
              </a:rPr>
              <a:t>Try it, challenge the workflow,</a:t>
            </a:r>
          </a:p>
          <a:p xmlns:a="http://schemas.openxmlformats.org/drawingml/2006/main">
            <a:pPr>
              <a:defRPr sz="2700" b="1">
                <a:solidFill>
                  <a:srgbClr val="BBF0D4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BBF0D4"/>
                </a:solidFill>
                <a:latin typeface="DejaVu Sans"/>
                <a:ea typeface="DejaVu Sans"/>
                <a:cs typeface="DejaVu Sans"/>
              </a:rPr>
              <a:t>and tell me what still gets in your way.</a:t>
            </a:r>
          </a:p>
        </p:txBody>
      </p:sp>
    </p:spTree>
    <p:extLst>
      <p:ext uri="{BB962C8B-B14F-4D97-AF65-F5344CB8AC3E}">
        <p14:creationId xmlns:p14="http://schemas.microsoft.com/office/powerpoint/2010/main" val="69682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2026-09-19T17:12:22.1930000Z</dcterms:created>
  <dcterms:modified xsi:type="dcterms:W3CDTF">2026-09-19T17:12:22.1930000Z</dcterms:modified>
</coreProperties>
</file>